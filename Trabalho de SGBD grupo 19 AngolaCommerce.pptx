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 — INSTITUTO POLITÉCNICO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 Engenharia Informática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AngolaCommerce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Modelação Avançada em Sistemas de Gestão de Bases de Dados NoSQL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Dias Guilherme   ·   Elisa Lovola   ·   Luís Fernando   ·   José Pedro   ·   Igildo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Moyo Kanivengidio   |   SGBD II   |   Uíge,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INTRODUÇÃO &amp; OBJECTIVOS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do comércio eletrónico em Angola gera volumes massivos de dados transacionais que os sistemas relacionais têm dificuldade em processar com eficiência.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 GERAL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a superioridade do MongoDB face aos sistemas relacionais em cenários de Big Data aplicados ao e-commerce angolano.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ESPECÍFICOS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BF4FF"/>
          </a:solidFill>
          <a:ln w="6350">
            <a:solidFill>
              <a:srgbClr val="BDD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uma BD MongoDB com schema orientado a documentos para e-commerce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EBF4FF"/>
          </a:solidFill>
          <a:ln w="6350">
            <a:solidFill>
              <a:srgbClr val="BDD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23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10 milhões de documentos com dados realistas do mercado angolano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32004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5D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46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consultas avançadas com Aggregation Pipeline e índices estratégicos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97764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5D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023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API RESTful (Node.js/Express) e Dashboard analítica interativa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0"/>
          </a:solidFill>
          <a:ln w="12700">
            <a:solidFill>
              <a:srgbClr val="0D1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ARQUITECTURA &amp; TECNOLOGIAS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 + Docker Compose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+ Faker (pt_PT)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 4.x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Native Driver 6.x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4A1A6E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Recharts + Chart.js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99232" y="1920240"/>
            <a:ext cx="20116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5312" y="1920240"/>
            <a:ext cx="201168" cy="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46120"/>
            <a:ext cx="8595360" cy="1600200"/>
          </a:xfrm>
          <a:prstGeom prst="roundRect">
            <a:avLst>
              <a:gd name="adj" fmla="val 5714"/>
            </a:avLst>
          </a:prstGeom>
          <a:solidFill>
            <a:srgbClr val="0D1B30"/>
          </a:solidFill>
          <a:ln w="1016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DOCKER (docker-compose.yml)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6393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image mongo:7.0 · porta 27017 · volume mongo_data  |  mongo-express: porta 8081 (admin visual)  |  BD: ecommerce_Angola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containerizado garantindo reprodutibilidade, isolamento e portabilidade entre ambientes de desenvolvimento.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MODELAÇÃO &amp; DADOS GERADOS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841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10.000.009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316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Totais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841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1316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 Distintas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41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46,9 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1316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Geração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412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4.119/s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13167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Média de Inserção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DAS COLEÇÕES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40280"/>
          <a:ext cx="8595360" cy="2468880"/>
        </p:xfrm>
        <a:graphic>
          <a:graphicData uri="http://schemas.openxmlformats.org/drawingml/2006/table">
            <a:tbl>
              <a:tblPr/>
              <a:tblGrid>
                <a:gridCol w="3474720"/>
                <a:gridCol w="219456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Geração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2.606 docs/s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5.837 docs/s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encomendas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4.301 docs/s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avaliações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12.141 docs/s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+ pesquisas + notificações + carrinhos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3.700.004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~3.000 docs/s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modelação: desnormalização com embedding de documentos relacionados para eliminar joins frequentes.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0"/>
          </a:solidFill>
          <a:ln w="12700">
            <a:solidFill>
              <a:srgbClr val="0D1B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CONSULTAS, INDEXAÇÃO &amp;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0D1B30"/>
          </a:solidFill>
          <a:ln w="10160">
            <a:solidFill>
              <a:srgbClr val="2A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Receita total por categoria de produto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Clientes por nível de membro + gasto médio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854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Tendência de encomendas por mês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Top 10 produtos por avaliação média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0D1B30"/>
          </a:solidFill>
          <a:ln w="1016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vs MYSQL (performance)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2648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0" y="123444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65506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ID (1M docs)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65506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F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 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65506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 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7568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batch 5.000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07568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F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07568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1.840 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4963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categoria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4963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F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2.340 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249631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18.920 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9169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mensal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9169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F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3.100 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91693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22.600 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657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ESTRATÉGICOS CRIADOS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D1B30"/>
          </a:solidFill>
          <a:ln w="7620">
            <a:solidFill>
              <a:srgbClr val="2A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279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nivel_membro, email, localização (2dsphere)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9776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D1B30"/>
          </a:solidFill>
          <a:ln w="7620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4279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+ preço (composto), avaliações.media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9776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0D1B30"/>
          </a:solidFill>
          <a:ln w="7620">
            <a:solidFill>
              <a:srgbClr val="2A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041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42793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cliente_id, data_encomenda, pagamento.estado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CONCLUSÕES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10.000.009 documentos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Gerados em 8 coleções em 46,9 min com taxa média de 4.119 docs/s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96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Schema flexível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de itens em encomendas elimina tabelas de junção e reduz complexidade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130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Desempenho superior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indexadas até 15,5× mais rápidas que o equivalente MySQL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1305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API +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RESTful com respostas &lt; 5 ms e 8 visualizações interativas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8E8"/>
          </a:solidFill>
          <a:ln w="6350">
            <a:solidFill>
              <a:srgbClr val="F5D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0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 ambiente local (Docker/Windows)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sem autenticação de utilizadores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não validados com transações reais angolanas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EBF4FF"/>
          </a:solidFill>
          <a:ln w="6350">
            <a:solidFill>
              <a:srgbClr val="BDD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383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67588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dados reais de e-commerce angolano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Streams para actualizações em tempo real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aprofundado com PostgreSQL + JSONB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pela atenção   |   Uíge, 2026   |   SGBD II — Universidade Kimpa Vita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AngolaCommerce Analytics</dc:title>
  <dc:subject>PptxGenJS Presentation</dc:subject>
  <dc:creator>PptxGenJS</dc:creator>
  <cp:lastModifiedBy>PptxGenJS</cp:lastModifiedBy>
  <cp:revision>1</cp:revision>
  <dcterms:created xsi:type="dcterms:W3CDTF">2026-06-11T20:10:58Z</dcterms:created>
  <dcterms:modified xsi:type="dcterms:W3CDTF">2026-06-11T20:10:58Z</dcterms:modified>
</cp:coreProperties>
</file>